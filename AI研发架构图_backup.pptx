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赋能全链路研发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移动储能机器人运营中心 · 系统研发架构图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从需求输入 → AI分析 → 系统研发 → 接口设计 → 云平台对接 → 完整交付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840480" y="3200400"/>
            <a:ext cx="1463040" cy="457200"/>
          </a:xfrm>
          <a:prstGeom prst="rect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0" y="321868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Cursor + Claude 大模型驱动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50F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成果展示 · 运营大屏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深色科技风 Dashboard，7 个核心图表模块，支持站点筛选与时间维度分析</a:t>
            </a:r>
            <a:endParaRPr lang="en-US" sz="1200" dirty="0"/>
          </a:p>
        </p:txBody>
      </p:sp>
      <p:pic>
        <p:nvPicPr>
          <p:cNvPr id="4" name="Image 0" descr="F:\chargo_order\img\540351e3-545a-42fe-ba70-b3e079b6474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97280"/>
            <a:ext cx="8229600" cy="4389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486400"/>
            <a:ext cx="8229600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55321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核心指标：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总订单 1,232 · 充电 42,807 kWh · 活跃机器人 45 | </a:t>
            </a:r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完单率 70% |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平均流程耗时 57 分钟 | 24h 热力图 + 用户忠诚度分析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50F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成果展示 · 前后端联调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个 REST 接口并行请求，Vite 代理转发，统一 Result&lt;T&gt; 响应格式</a:t>
            </a:r>
            <a:endParaRPr lang="en-US" sz="1200" dirty="0"/>
          </a:p>
        </p:txBody>
      </p:sp>
      <p:pic>
        <p:nvPicPr>
          <p:cNvPr id="4" name="Image 0" descr="F:\chargo_order\img\d20e6e7b-9436-4917-bda7-1ee1bc04064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97280"/>
            <a:ext cx="8229600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303520"/>
            <a:ext cx="8229600" cy="59436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53492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端点：</a:t>
            </a:r>
            <a:pPr indent="0" marL="0">
              <a:buNone/>
            </a:pPr>
            <a:r>
              <a:rPr lang="en-US" sz="1100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sites | stats | completion-rate | end-reasons | heatmap | process-time | cancel-analysis | user-frequency </a:t>
            </a:r>
            <a:pPr indent="0" marL="0">
              <a:buNone/>
            </a:pPr>
            <a:r>
              <a:rPr lang="en-US" sz="1100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公共参数 ?siteId=&amp;days=7 · 响应 200 OK · 平均耗时 &lt;100ms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50F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成果展示 · 开发环境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前后端一键启动，本地联调即开即用，Mock 数据支持离线演示</a:t>
            </a:r>
            <a:endParaRPr lang="en-US" sz="1200" dirty="0"/>
          </a:p>
        </p:txBody>
      </p:sp>
      <p:pic>
        <p:nvPicPr>
          <p:cNvPr id="4" name="Image 0" descr="F:\chargo_order\img\fef55879-7f09-4d06-9f91-50ac2bcf32f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97280"/>
            <a:ext cx="8229600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303520"/>
            <a:ext cx="8229600" cy="59436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53492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前端：</a:t>
            </a:r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http://localhost:3000  (Vite + React)  |  </a:t>
            </a:r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后端：</a:t>
            </a:r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http://localhost:8080  (Spring Boot)  |  cloud.api.mock=true 使用仿真数据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50F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赋能全链路研发流程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960120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需求输入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 + 原型截图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325880" y="12801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›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463040" y="914400"/>
            <a:ext cx="960120" cy="1097280"/>
          </a:xfrm>
          <a:prstGeom prst="rect">
            <a:avLst/>
          </a:prstGeom>
          <a:solidFill>
            <a:srgbClr val="E0F2F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96012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63040" y="1234440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智能分析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63040" y="160020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需求理解 · UI 解读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331720" y="12801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›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468880" y="914400"/>
            <a:ext cx="960120" cy="1097280"/>
          </a:xfrm>
          <a:prstGeom prst="rect">
            <a:avLst/>
          </a:prstGeom>
          <a:solidFill>
            <a:srgbClr val="E0F2F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96012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468880" y="1234440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架构生成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68880" y="160020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工程骨架 + 配置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37560" y="12801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›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474720" y="914400"/>
            <a:ext cx="960120" cy="1097280"/>
          </a:xfrm>
          <a:prstGeom prst="rect">
            <a:avLst/>
          </a:prstGeom>
          <a:solidFill>
            <a:srgbClr val="E0F2F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96012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0" y="1234440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全栈研发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0" y="160020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 + 后端编码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343400" y="12801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›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480560" y="914400"/>
            <a:ext cx="960120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80560" y="96012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480560" y="1234440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前后端联调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480560" y="160020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Result&lt;T&gt; · 参数联动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349240" y="12801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›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486400" y="914400"/>
            <a:ext cx="960120" cy="1097280"/>
          </a:xfrm>
          <a:prstGeom prst="rect">
            <a:avLst/>
          </a:prstGeom>
          <a:solidFill>
            <a:srgbClr val="E0F2F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0" y="96012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0" y="1234440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接口设计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0" y="160020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元数据 → 接口文档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355080" y="12801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›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92240" y="914400"/>
            <a:ext cx="960120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92240" y="96012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92240" y="1234440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云平台对接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92240" y="160020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传统开发 + 联调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360920" y="12801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›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498080" y="914400"/>
            <a:ext cx="960120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0" y="96012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498080" y="1234440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系统交付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498080" y="160020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完整独立系统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贯穿需求理解、架构设计、代码生成、接口文档全流程，传统团队仅负责云平台实现与联调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研发成果总结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828800" cy="1645920"/>
          </a:xfrm>
          <a:prstGeom prst="rect">
            <a:avLst/>
          </a:prstGeom>
          <a:solidFill>
            <a:srgbClr val="0B1F38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图表模块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834640" y="1097280"/>
            <a:ext cx="1828800" cy="1645920"/>
          </a:xfrm>
          <a:prstGeom prst="rect">
            <a:avLst/>
          </a:prstGeom>
          <a:solidFill>
            <a:srgbClr val="0B1F3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0" y="13716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2834640" y="2194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REST 接口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937760" y="1097280"/>
            <a:ext cx="1828800" cy="1645920"/>
          </a:xfrm>
          <a:prstGeom prst="rect">
            <a:avLst/>
          </a:prstGeom>
          <a:solidFill>
            <a:srgbClr val="0B1F3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3716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4937760" y="2194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云平台系统对接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040880" y="1097280"/>
            <a:ext cx="1828800" cy="1645920"/>
          </a:xfrm>
          <a:prstGeom prst="rect">
            <a:avLst/>
          </a:prstGeom>
          <a:solidFill>
            <a:srgbClr val="0B1F38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0" y="13716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A85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10x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7040880" y="2194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研发效率提升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不仅能写代码，更能理解需求、设计架构、生成文档、驱动全链路研发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 React 18 + Vite 5 + ECharts 5 + Tailwind | 后端 Spring Boot 3.2 + Java 17 | Mock 仿真 + 云平台 HTTP 双模式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能力：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多模态理解（文档+截图）· 全栈代码生成 · 元数据提取与接口文档设计 · 截图驱动调试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50F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扩展方向与适用场景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本架构可复用到其他业务域，支撑快速孵化新系统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258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多站点 / 多租户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按站点、区域、租户维度扩展筛选与权限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00600" y="109728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83480" y="13258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实时大屏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83480" y="182880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WebSocket 推送，秒级刷新订单与机器人状态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3375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移动端适配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38404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响应式布局 + 触控优化，支持现场巡检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00600" y="310896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33375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数据导出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83480" y="38404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 / PDF 报表导出，对接 BI 工具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适用场景：运营看板、设备监控、订单分析、数据大屏等需快速交付的独立系统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关键经验与落地建议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57200" cy="457200"/>
          </a:xfrm>
          <a:prstGeom prst="ellipse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F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51560" y="1051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需求输入要明确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1417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 + 原型截图双输入，减少 AI 理解偏差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457200" cy="457200"/>
          </a:xfrm>
          <a:prstGeom prst="ellipse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377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F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2240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 Mock 后对接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606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本地仿真数据先行开发，云平台接口就绪后一键切换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457200" cy="457200"/>
          </a:xfrm>
          <a:prstGeom prst="ellipse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566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F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3429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接口契约前置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3794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从 DTO 提取元数据生成接口文档，降低联调成本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663440"/>
            <a:ext cx="457200" cy="457200"/>
          </a:xfrm>
          <a:prstGeom prst="ellipse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F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4617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截图驱动迭代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4983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问题截图反馈，AI 精准定位修复，分钟级闭环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5120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辅助研发不是替代人，而是放大人的能力 — 把精力集中在业务理解与质量把控上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赋能全链路研发 · 移动储能机器人运营中心</dc:title>
  <dc:subject>PptxGenJS Presentation</dc:subject>
  <dc:creator>AI 研发团队</dc:creator>
  <cp:lastModifiedBy>AI 研发团队</cp:lastModifiedBy>
  <cp:revision>1</cp:revision>
  <dcterms:created xsi:type="dcterms:W3CDTF">2026-03-10T03:49:17Z</dcterms:created>
  <dcterms:modified xsi:type="dcterms:W3CDTF">2026-03-10T03:49:17Z</dcterms:modified>
</cp:coreProperties>
</file>