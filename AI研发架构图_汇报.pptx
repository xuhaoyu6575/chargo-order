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F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nap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F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nap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198343"/>
            <a:ext cx="13898880" cy="18329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F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nap_front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0277" y="205740"/>
            <a:ext cx="7669845" cy="7818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F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nap_back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0277" y="205740"/>
            <a:ext cx="7669845" cy="7818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F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nap_do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1622" y="205740"/>
            <a:ext cx="6807156" cy="7818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F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nap_bott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71773"/>
            <a:ext cx="13898880" cy="88605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