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 ·  开发实践汇报  · 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 AI Coding 工具</a:t>
            </a:r>
            <a:endParaRPr lang="en-US" sz="4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构建全栈业务系统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移动储能机器人运营中心  ·  开发全链路复盘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1600" y="3931920"/>
            <a:ext cx="2103120" cy="59436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工具：Cursor + Claude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3931920"/>
            <a:ext cx="2103120" cy="59436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3931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技术栈：Spring Boot + React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3931920"/>
            <a:ext cx="2103120" cy="59436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931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交付周期：极短高质量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背景与挑战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187452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业务背景 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移动储能机器人多站点运营管理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需实时掘握完成率、充电效率、设备状态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交付含 7 个图表模块的运营中心看板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907792"/>
            <a:ext cx="4114800" cy="1920240"/>
          </a:xfrm>
          <a:prstGeom prst="rect">
            <a:avLst/>
          </a:prstGeom>
          <a:solidFill>
            <a:srgbClr val="281404"/>
          </a:solidFill>
          <a:ln w="12700">
            <a:solidFill>
              <a:srgbClr val="6A2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00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传统开发痛点 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全栈开发需多人协作，沟通成本高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从原型到代码还原效率低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架构设计与代码质量难以兼顾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前后端接口联调耗时长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114800" cy="210312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87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交付目标 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44475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前端 Dashboard（React + ECharts 深色科技风）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后端 API 服务（Spring Boot MVC 标准分层）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站点 + 时间双维度筛选，实时联动刷新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136392"/>
            <a:ext cx="4114800" cy="1691640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18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AI Coding 解法 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 Cursor IDE + Claude 大模型，将原型描述→需求分析→代码实现→问题修复全链路压缩，单人即可高质量交付完整全栈系统。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工具：Cursor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4069080" cy="397764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 IDE  核心能力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&gt;&gt; Agent 模式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836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理解全局上下文，自主完成多文件编辑与项目构建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&gt;&gt; 多模态输入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7066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支持图片、文档直接输入，实现原型图→代码的直接转换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&gt;&gt; 代码库感知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5295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自动理解现有结构，保持风格一致性，增量改造无冲突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&gt;&gt; 终端集成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直接执行构建/启动/调试命令，形成完整开发闭环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2057400" cy="132588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155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原型图识别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5361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 -&gt; UI代码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39712" y="914400"/>
            <a:ext cx="2057400" cy="132588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1155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架构生成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9712" y="15361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 -&gt; MVC骨架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377440"/>
            <a:ext cx="2057400" cy="132588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5786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29992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截图报错 -&gt; 修复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9712" y="2377440"/>
            <a:ext cx="2057400" cy="1325880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5786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迭代重构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9712" y="29992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 -&gt; 无缝扩展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913632"/>
            <a:ext cx="4233672" cy="978408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005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&gt;&gt; 核心交互模式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4074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自然语言需求 -&gt; 代码生成   |   截图反馈 -&gt; 精准修改   |   参考代码 -&gt; 规范迁移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开发全链路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417320" cy="150876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原型截图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417320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84832" y="960120"/>
            <a:ext cx="1417320" cy="150876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143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工程搞建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157276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1417320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49624" y="960120"/>
            <a:ext cx="1417320" cy="150876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1143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功能开发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9624" y="157276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前后端编码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6944" y="1417320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14416" y="960120"/>
            <a:ext cx="1417320" cy="1508760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143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接口联调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14416" y="157276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对接适配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31736" y="1417320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79208" y="960120"/>
            <a:ext cx="1417320" cy="1508760"/>
          </a:xfrm>
          <a:prstGeom prst="rect">
            <a:avLst/>
          </a:prstGeom>
          <a:solidFill>
            <a:srgbClr val="281404"/>
          </a:solidFill>
          <a:ln w="12700">
            <a:solidFill>
              <a:srgbClr val="6A2C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9208" y="1143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79208" y="157276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截图反馈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精准修复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633472"/>
            <a:ext cx="2788920" cy="228600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2715768"/>
            <a:ext cx="658368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52728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-&gt; 工程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090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上传需求文档 + 原型截图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6210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AI 生成前端 Vite+React+Tailwind 工程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1513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AI 生成 Spring Boot Maven 骨架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64408" y="2633472"/>
            <a:ext cx="2788920" cy="228600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715768"/>
            <a:ext cx="65836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97096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47288" y="3090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7 个 ECharts 图表组件逐一生成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47288" y="36210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后端 MVC 三层架构代码生成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47288" y="41513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CloudApiClient 抄象层 + Mock 数据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08776" y="2633472"/>
            <a:ext cx="2788920" cy="228600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2715768"/>
            <a:ext cx="658368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2715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41464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调优收尾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91656" y="3090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热力图渲染 Bug 精准修复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91656" y="36210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站点/时间筛选全链路貯通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91656" y="41513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Axios 拦截 + 全局异常兄底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397764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 ·  React SPA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/ StatCard / ChartCard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^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542032"/>
            <a:ext cx="3749040" cy="91440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1518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6192" y="26151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完单率 / 热力图 / 堆叠条 / 取消分析 / 频次图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47472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^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621024"/>
            <a:ext cx="3749040" cy="91440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941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6941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api.js / Axios拦截器 / Result解包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617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Proxy  -&gt;  localhost:8080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14400"/>
            <a:ext cx="4114800" cy="397764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 ·  Spring Boot 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92040" y="1463040"/>
            <a:ext cx="3749040" cy="713232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5179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15179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DashboardController / Result&lt;T&gt; / 全局异常处理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212848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^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2295144"/>
            <a:ext cx="3749040" cy="713232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3500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350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DashboardService / siteId/days筛选 / 聚合计算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04495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^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127248"/>
            <a:ext cx="3749040" cy="713232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1821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31821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CloudApiClient(接口) / MockImpl / HttpImpl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877056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^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3959352"/>
            <a:ext cx="3749040" cy="713232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40142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40142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OrderRecord / RobotRecord / SiteInfo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前端开发亮点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0" cy="196596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原型图 -&gt; 高保真还原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直接将原型截图作为输入，AI 识别布局结构、颜色规范和图表类型，生成高度还原的 Tailwind CSS 代码，无需手工量取像素。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27448" y="960120"/>
            <a:ext cx="4114800" cy="1965960"/>
          </a:xfrm>
          <a:prstGeom prst="rect">
            <a:avLst/>
          </a:prstGeom>
          <a:solidFill>
            <a:srgbClr val="281404"/>
          </a:solidFill>
          <a:ln w="12700">
            <a:solidFill>
              <a:srgbClr val="6A2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69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热力图双层渲染方案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15270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底层渲染色块 + CSS filter:blur(20px) 制造热像光晓，上层叠加坐标轴与网格保持清晰，同时用 appendToBody 解决 Tooltip 被模糊的 Bug。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196596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27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数据驱动 &amp; 筛选联动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图表选项由 buildXxxOption(data) 生成，数据与配置完全解耦。useEffect 监听 siteId/days 状态，切换时自动并发请求所有接口。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27448" y="3017520"/>
            <a:ext cx="4114800" cy="196596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127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Axios 统一拦截解包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0328" y="35844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响应拦截器统一解包 Result&lt;T&gt;，业务组件只关心 data。错误时自动 reject，前端 API 调用代码极简清晰。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后端开发亮点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210312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标准 MVC 三层分层 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只做路由分发，无任何业务代码；Service 层聚合计算，屏蔽数据来源；CloudApiClient 封装外部调用，支持 Mock/HTTP 一键切换。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154680"/>
            <a:ext cx="4114800" cy="1691640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46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统一 Result&lt;T&gt; 返回结构 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 |  success  |  msg  |  msgDetail  |  data&lt;T&gt;  |  timestamp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全局异常处理器兄底，接口规范化，前端 Axios 拦截器统一解包。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14800" cy="169164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CloudApiClient 接口抄象 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CloudApiClient 接口，通过 @ConditionalOnProperty 注解控制注入 MockCloudApiClient（默认）或 CloudApiClientImpl（HTTP），切换只需修改配置文件一行。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4114800" cy="2103120"/>
          </a:xfrm>
          <a:prstGeom prst="rect">
            <a:avLst/>
          </a:prstGeom>
          <a:solidFill>
            <a:srgbClr val="281404"/>
          </a:solidFill>
          <a:ln w="12700">
            <a:solidFill>
              <a:srgbClr val="6A2C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34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高仿真 Mock 数据 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站点 x 30 天 x ~180 单/天  ~  16,200 条原始订单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时间分布遵循双高斯峰（早高峰 8:30 / 晚高峰 16:00），用户忠诚度符合 Zipf 分布，各站点按 40%/35%/25% 权重分配。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协作典型案例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788920" cy="1993392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原型图对照开发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上传原型截图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251460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3852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AI 识别缺失图表，补全全部逻辑，一次对话交付 6 个图表组件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788920" cy="1993392"/>
          </a:xfrm>
          <a:prstGeom prst="rect">
            <a:avLst/>
          </a:prstGeom>
          <a:solidFill>
            <a:srgbClr val="280808"/>
          </a:solidFill>
          <a:ln w="12700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Tooltip Bug 修复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481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“热力图悬浮文字没了”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847088"/>
            <a:ext cx="251460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93852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AI 定位 filter:blur 内 Tooltip 被模糊，一行参数修复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960120"/>
            <a:ext cx="2788920" cy="1993392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MVC 架构重构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481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“Controller 不写业务代码”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847088"/>
            <a:ext cx="251460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3852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AI 新建 service 包，正确拆分逻辑，接口契约不变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2788920" cy="1993392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54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参考代码迁移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@BocloudResult @CatlCloudResult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251460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4164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融合两者优点，设计含 6 字段的 Result&lt;T&gt;，新增全局异常处理器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2788920" cy="1993392"/>
          </a:xfrm>
          <a:prstGeom prst="rect">
            <a:avLst/>
          </a:prstGeom>
          <a:solidFill>
            <a:srgbClr val="281404"/>
          </a:solidFill>
          <a:ln w="12700">
            <a:solidFill>
              <a:srgbClr val="6A2C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154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筛选全链路貯通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5844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“站点/时间未对接接口”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3950208"/>
            <a:ext cx="251460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404164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六层代码同步修改：DTO-&gt;Client-&gt;Service-&gt;Controller-&gt;api.js-&gt;App.jsx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3063240"/>
            <a:ext cx="2788920" cy="1993392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154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视觉迭代调优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35844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“热力图与原型差距大”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950208"/>
            <a:ext cx="251460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04164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AI 理解热成像色彩科学，多轮调整颜色梯度与模糊半径，最终还原原型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交付成果与提效对比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011680" cy="1325880"/>
          </a:xfrm>
          <a:prstGeom prst="rect">
            <a:avLst/>
          </a:prstGeom>
          <a:solidFill>
            <a:srgbClr val="062830"/>
          </a:solidFill>
          <a:ln w="12700">
            <a:solidFill>
              <a:srgbClr val="00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图表模块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2011680" cy="132588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96312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接口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72584" y="960120"/>
            <a:ext cx="2011680" cy="132588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72584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标准分层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48856" y="960120"/>
            <a:ext cx="2011680" cy="1325880"/>
          </a:xfrm>
          <a:prstGeom prst="rect">
            <a:avLst/>
          </a:prstGeom>
          <a:solidFill>
            <a:srgbClr val="061E14"/>
          </a:solidFill>
          <a:ln w="12700">
            <a:solidFill>
              <a:srgbClr val="0A5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48856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仿真数据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50592"/>
          <a:ext cx="8503920" cy="914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Coding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提升幅度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工程搞建（构建配置+目录）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2~4 小时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10 分钟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10x+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图表组件开发（7 个）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1~2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1~2 小时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8x+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 MVC 三层代码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半天~1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30 分钟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10x+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前后端接口联调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半天~1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 小时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6x+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Bug 定位与修复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不确定（依赖经验）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分钟级（截图即可）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质的飞跃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28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82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3977640"/>
          </a:xfrm>
          <a:prstGeom prst="rect">
            <a:avLst/>
          </a:prstGeom>
          <a:solidFill>
            <a:srgbClr val="0B1F3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最佳实践 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提供参考资产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原型图、需求文档、参考代码，AI 产出质量显著提升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3957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分步确认推进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每个模块验收后再进行下一步，避免雪球式返工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186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指定规范约束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5204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明确分层规范和命名规范，AI 自动对齐团队标准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4164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0416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截图即是反馈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3434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Bug 用截图对比描述，比文字描述更高效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914400"/>
            <a:ext cx="4114800" cy="2148840"/>
          </a:xfrm>
          <a:prstGeom prst="rect">
            <a:avLst/>
          </a:prstGeom>
          <a:solidFill>
            <a:srgbClr val="0C1E3A"/>
          </a:solidFill>
          <a:ln w="12700">
            <a:solidFill>
              <a:srgbClr val="1E3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核心结论 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15087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不是替代开发者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19202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而是将开发者的生产力放大 10 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2040" y="24231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需求理解 + 架构设计 + 质量把控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依然是开发者的核心价值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3200400"/>
            <a:ext cx="4114800" cy="1691640"/>
          </a:xfrm>
          <a:prstGeom prst="rect">
            <a:avLst/>
          </a:prstGeom>
          <a:solidFill>
            <a:srgbClr val="180D2C"/>
          </a:solidFill>
          <a:ln w="12700">
            <a:solidFill>
              <a:srgbClr val="4A28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91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后续方向 ]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9204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对接真实云平台接口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机器人地图可视化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297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报表导出 Excel/PDF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4297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告警阈値配置管理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2026-03-09T04:15:32Z</dcterms:created>
  <dcterms:modified xsi:type="dcterms:W3CDTF">2026-03-09T04:15:32Z</dcterms:modified>
</cp:coreProperties>
</file>