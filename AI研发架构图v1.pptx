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chargo_order\arch_screensho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3" name="Text 1"/>
          <p:cNvSpPr/>
          <p:nvPr/>
        </p:nvSpPr>
        <p:spPr>
          <a:xfrm>
            <a:off x="0" y="182880"/>
            <a:ext cx="9144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关键路径说明  ·  AI 赋能全链路研发流程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68580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移动储能机器人运营中心  ·  从需求到交付的完整独立系统研发过程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54864" cy="438912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6" name="Text 4"/>
          <p:cNvSpPr/>
          <p:nvPr/>
        </p:nvSpPr>
        <p:spPr>
          <a:xfrm>
            <a:off x="475488" y="1188720"/>
            <a:ext cx="2560320" cy="25603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输入层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444752"/>
            <a:ext cx="8321040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需求文档《订单分析报表.docx》+ 运营中心原型 UI 截图，两类资产共同作为 AI 的多模态输入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54864" cy="438912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9" name="Text 7"/>
          <p:cNvSpPr/>
          <p:nvPr/>
        </p:nvSpPr>
        <p:spPr>
          <a:xfrm>
            <a:off x="475615" y="1783080"/>
            <a:ext cx="3293745" cy="255905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02-04 ★ AI 分析 · 架构生成 · 全栈研发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2039112"/>
            <a:ext cx="8321040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读取文档语义、识别原型布局，自动生成 Vite+React+Tailwind 前端工程及 Spring Boot MVC 后端工程，驱动实现 7 个图表模块、全局异常处理、CloudApiClient 抄象层等全栈功能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377440"/>
            <a:ext cx="54864" cy="43891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2" name="Text 10"/>
          <p:cNvSpPr/>
          <p:nvPr/>
        </p:nvSpPr>
        <p:spPr>
          <a:xfrm>
            <a:off x="475488" y="2377440"/>
            <a:ext cx="2560320" cy="25603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前后端接口联调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" y="2633472"/>
            <a:ext cx="8321040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Vite Proxy 代理转发，统一 Result&lt;T&gt; 返回格式，前端 Axios 拦截器自动解包。站点选择、时间筛选通过 siteId/days 参数注入，实现全图表联动刷新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54864" cy="438912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15" name="Text 13"/>
          <p:cNvSpPr/>
          <p:nvPr/>
        </p:nvSpPr>
        <p:spPr>
          <a:xfrm>
            <a:off x="475615" y="2994660"/>
            <a:ext cx="2947035" cy="255905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★ AI 元数据提取 → 接口文档设计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" y="3227832"/>
            <a:ext cx="8321040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从 OrderRecord、RobotRecord 等 DTO 模型中提取字段定义、枚举値、计算逻辑，自动生成云平台接口文档，GET /api/orders、/api/robots、/api/sites 字段如实标注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566160"/>
            <a:ext cx="54864" cy="438912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18" name="Text 16"/>
          <p:cNvSpPr/>
          <p:nvPr/>
        </p:nvSpPr>
        <p:spPr>
          <a:xfrm>
            <a:off x="475488" y="3566160"/>
            <a:ext cx="2560320" cy="25603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云平台传统开发 + 联调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3822192"/>
            <a:ext cx="8321040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云平台团队按接口文档实现订单管理、机器人调度、站点管理三个子系统，将 application.properties 中 cloud.api.mock 改为 false 即可无缝切换至真实数据源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160520"/>
            <a:ext cx="54864" cy="43891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475488" y="4160520"/>
            <a:ext cx="2560320" cy="25603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 系统交付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" y="4416552"/>
            <a:ext cx="8321040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完整独立运营中心看板系统上线，7 个图表模块、多站点筛选、全链路貯通，AI 全程将传统研发效率提升 6~10倍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0" y="4800600"/>
            <a:ext cx="9144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★ 标注为 AI 主驱动阶段；其余阶段为人工或云平台团队协同完成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688</Words>
  <Application>WPS 演示</Application>
  <PresentationFormat>On-screen Show (16:9)</PresentationFormat>
  <Paragraphs>30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微软雅黑</vt:lpstr>
      <vt:lpstr>Arial Unicode MS</vt:lpstr>
      <vt:lpstr>Calibri</vt:lpstr>
      <vt:lpstr>等线</vt:lpstr>
      <vt:lpstr>Office Theme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Administrator</cp:lastModifiedBy>
  <cp:revision>3</cp:revision>
  <dcterms:created xsi:type="dcterms:W3CDTF">2026-03-09T04:55:00Z</dcterms:created>
  <dcterms:modified xsi:type="dcterms:W3CDTF">2026-03-10T03:29:43Z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FB30545797BB4793A308210B4971CAB0_12</vt:lpwstr>
  </property>
  <property fmtid="{D5CDD505-2E9C-101B-9397-08002B2CF9AE}" pid="3" name="KSOProductBuildVer">
    <vt:lpwstr>2052-12.1.0.20305</vt:lpwstr>
  </property>
</Properties>
</file>