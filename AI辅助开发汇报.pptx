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58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AI Coding · 开发实践汇报 ·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8002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借助 AI Coding 工具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构建全栈业务系统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移动储能机器人运营中心 · 开发全链路复盘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工具：Cursor + Claude   |   技术栈：Spring Boot + React   |   周期：极短交付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背景与挑战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📋 业务背景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• 移动储能机器人运营管理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• 数据可视化大盘需求（7个核心图表）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4114800" cy="22860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490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⚠️ 传统开发痛点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✗ 全栈开发需要多人协作，沟通成本高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✗ 从原型到代码的还原效率低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✗ 架构设计与代码质量难以兼顾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✗ 前后端接口联调耗时长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27432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🎯 交付目标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• 前端 Dashboard (React + ECharts)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• 后端 API 服务 (Spring Boot MVC)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• 前后端全链路贯通 (筛选联动)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4572000"/>
            <a:ext cx="4114800" cy="1371600"/>
          </a:xfrm>
          <a:prstGeom prst="rect">
            <a:avLst/>
          </a:prstGeom>
          <a:solidFill>
            <a:srgbClr val="0B1F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6634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✅ AI Coding 解法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50292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借助 Cursor IDE + Claude，将原型到代码全链路压缩，单人高质量交付。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Coding 工具：Cursor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Cursor IDE 核心能力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Agent 模式：理解全局上下文，自主多文件编辑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多模态输入：支持图片、文档直接输入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代码库感知：保持风格一致性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终端集成：闭环执行与调试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本项目应用场景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原型图识别（UI还原）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架构生成（生成MVC骨架）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问题诊断（截图报错自动修复）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• 迭代重构（无缝扩展功能）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开发全链路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</a:rPr>
              <a:t>需求分析 ➔ 工程搭建 ➔ 功能开发 ➔ 接口联调 ➔ 迭代优化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3657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阶段一：需求➔工程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上传需求文档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原型图对照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AI 生成前后端工程骨架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560320" cy="3657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468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阶段二：功能实现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7个图表组件生成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后端三层架构生成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Mock 数据与抽象层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2560320" cy="3657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4688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阶段三：调优收尾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热力图渲染修复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站点/时间筛选贯通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Axios 统一拦截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异常兜底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系统架构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前端 · React SPA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视图层 (Dashboard, Cards)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图表层 (ECharts)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服务层 (Axios, 拦截器)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后端 · Spring Boot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22860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Controller (Result封装)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Service (数据聚合过滤)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Client (Mock/HTTP)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• DTO (数据模型)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前端开发亮点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1. 原型图 ➔ 代码高保真还原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无需手工测量，AI 自动识别布局、色彩和图表，生成 Tailwind CSS 代码。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2. 热力图双层渲染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底层 blur 制造热像光晕，上层渲染坐标轴与 Tooltip 保持清晰。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3. 筛选联动全自动化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解耦数据配置，useEffect 监听筛选项变更自动并发请求所有图表接口。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后端开发亮点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1. 标准 MVC 与 统一 Result&lt;T&gt;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规范接口返回结构，配置全局异常兜底，Controller 层极简实现。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2. Client 层接口抽象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设计 CloudApiClient 接口，一键切换本地 Mock 和 真实 HTTP，业务层完全无感。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3. 高仿真 Mock 数据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使用高斯分布生成时间热点（早/晚高峰），包含 1.6万条订单流水，贴近真实场景。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交付成果与提效对比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7 个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图表模块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1371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554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8 个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REST 接口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828800" cy="1371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554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3 层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标准架构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828800" cy="1371600"/>
          </a:xfrm>
          <a:prstGeom prst="rect">
            <a:avLst/>
          </a:prstGeom>
          <a:solidFill>
            <a:srgbClr val="0B1F38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554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16,000 条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仿真数据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能力维度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传统方式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AI Coding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提升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工程搭建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2~4 小时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10 分钟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↑ 10x+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图表开发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1~2 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1~2 小时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↑ 8x+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后端 MVC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半天~1天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30 分钟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↑ 10x+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接口联调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0.5~1 天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1 小时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↑ 6x+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Bug 修复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强依赖经验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分钟级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质的飞跃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协作最佳实践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① 提供参考资产：输入原型图、需求文档、同类项目参考代码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② 分步确认推进：模块级开发验收后再进行下一步，避免雪球式偏离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③ 指定规范约束：明确分层规范和异常处理原则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④ 截图即反馈：利用多模态能力，对于视觉问题直接截图对比最精准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FF"/>
                </a:solidFill>
              </a:rPr>
              <a:t>总结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AI Coding 并不是替代开发者，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而是将开发者的生产力、创造力和把控力放大 10 倍。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004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—— 移动储能机器人运营中心开发实践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2026-03-09T03:09:57Z</dcterms:created>
  <dcterms:modified xsi:type="dcterms:W3CDTF">2026-03-09T03:09:57Z</dcterms:modified>
</cp:coreProperties>
</file>