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57761" y="1353145"/>
            <a:ext cx="1628477" cy="412254"/>
          </a:xfrm>
          <a:prstGeom prst="roundRect">
            <a:avLst>
              <a:gd name="adj" fmla="val 9242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54723" y="1387971"/>
            <a:ext cx="1434554" cy="291852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ctr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赋能全链路研发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51172" y="1917799"/>
            <a:ext cx="48415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Coding 研发提效总结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932206" y="2654350"/>
            <a:ext cx="327958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Cursor IDE + Claude Code 双引擎驱动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84316" y="3105001"/>
            <a:ext cx="29752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spcAft>
                <a:spcPts val="2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移动储能机器人运营中心 · 全链路独立系统研发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7712" y="3568452"/>
            <a:ext cx="1062633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90332" y="3603278"/>
            <a:ext cx="857393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02745" y="3568452"/>
            <a:ext cx="1169789" cy="323404"/>
          </a:xfrm>
          <a:prstGeom prst="roundRect">
            <a:avLst>
              <a:gd name="adj" fmla="val 11781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04293" y="3603278"/>
            <a:ext cx="966692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24934" y="3568452"/>
            <a:ext cx="831205" cy="323404"/>
          </a:xfrm>
          <a:prstGeom prst="roundRect">
            <a:avLst>
              <a:gd name="adj" fmla="val 11781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9868" y="3603278"/>
            <a:ext cx="621337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协作驱动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7051" y="101501"/>
            <a:ext cx="570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传统开发的痛点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5397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 AI Coding？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15926"/>
            <a:ext cx="2607766" cy="3622774"/>
          </a:xfrm>
          <a:prstGeom prst="roundRect">
            <a:avLst>
              <a:gd name="adj" fmla="val 2922"/>
            </a:avLst>
          </a:prstGeom>
          <a:solidFill>
            <a:srgbClr val="0B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2068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10954" y="1215926"/>
            <a:ext cx="0" cy="3622774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950" y="483393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7000" y="1215926"/>
            <a:ext cx="0" cy="362277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1377851"/>
            <a:ext cx="2300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8450" y="1666726"/>
            <a:ext cx="2300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需求理解、架构设计、编码实现、联调测试，每个环节都需要大量人工时间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8450" y="2060377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独立系统研发通常需要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8117" y="1215926"/>
            <a:ext cx="2607766" cy="3622774"/>
          </a:xfrm>
          <a:prstGeom prst="roundRect">
            <a:avLst>
              <a:gd name="adj" fmla="val 2922"/>
            </a:avLst>
          </a:prstGeom>
          <a:solidFill>
            <a:srgbClr val="0B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68117" y="122068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1121" y="1215926"/>
            <a:ext cx="0" cy="3622774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8117" y="483393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7167" y="1215926"/>
            <a:ext cx="0" cy="362277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8617" y="1377851"/>
            <a:ext cx="2300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8617" y="1666726"/>
            <a:ext cx="2300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代码、配置文件、DTO 映射、API 文档等重复性工作占比大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8617" y="2060377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工程师价值被低效消耗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28283" y="1215926"/>
            <a:ext cx="2607766" cy="3622774"/>
          </a:xfrm>
          <a:prstGeom prst="roundRect">
            <a:avLst>
              <a:gd name="adj" fmla="val 2922"/>
            </a:avLst>
          </a:prstGeom>
          <a:solidFill>
            <a:srgbClr val="0B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28283" y="122068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287" y="1215926"/>
            <a:ext cx="0" cy="3622774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8283" y="483393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7333" y="1215926"/>
            <a:ext cx="0" cy="3622774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8783" y="1377851"/>
            <a:ext cx="2300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沟通成本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8783" y="1666726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 → 设计稿 → 开发 → 联调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8783" y="1888927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多角色交接产生信息丢失和理解偏差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3232" y="101501"/>
            <a:ext cx="6454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双引擎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55477"/>
            <a:ext cx="3987850" cy="3883223"/>
          </a:xfrm>
          <a:prstGeom prst="roundRect">
            <a:avLst>
              <a:gd name="adj" fmla="val 1962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117402"/>
            <a:ext cx="1062633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0901" y="1152227"/>
            <a:ext cx="857393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08708" y="1177528"/>
            <a:ext cx="7394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 + 多模态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9875" y="1593056"/>
            <a:ext cx="3664000" cy="3083719"/>
          </a:xfrm>
          <a:prstGeom prst="roundRect">
            <a:avLst>
              <a:gd name="adj" fmla="val 1647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0901" y="1704082"/>
            <a:ext cx="3441948" cy="104090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多模态理解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直接读取原型截图、需求文档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精准还原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对比截图逐像素调整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实时预览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边写边看、截图驱动迭代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自动发现缺陷与安全漏洞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前后端联调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一键启动、实时调试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8200" y="955477"/>
            <a:ext cx="3987850" cy="3883223"/>
          </a:xfrm>
          <a:prstGeom prst="roundRect">
            <a:avLst>
              <a:gd name="adj" fmla="val 1962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0125" y="1117402"/>
            <a:ext cx="1169789" cy="323404"/>
          </a:xfrm>
          <a:prstGeom prst="roundRect">
            <a:avLst>
              <a:gd name="adj" fmla="val 11781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1151" y="1152227"/>
            <a:ext cx="966692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56114" y="1177528"/>
            <a:ext cx="6935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架构规划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10125" y="1593056"/>
            <a:ext cx="3664000" cy="3083719"/>
          </a:xfrm>
          <a:prstGeom prst="roundRect">
            <a:avLst>
              <a:gd name="adj" fmla="val 1647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1151" y="1704082"/>
            <a:ext cx="3441948" cy="104090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架构规划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技术选型、分层设计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工程骨架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完整项目结构一键生成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Controller/Service/Client 三层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元数据提取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DTO 模型 + 字段契约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接口文档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自动生成 API 规范文档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5968" y="101501"/>
            <a:ext cx="6630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39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全链路开发架构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74477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移动储能机器人订单分析报表 — 从需求输入到系统交付的完整研发路径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09749" y="936278"/>
            <a:ext cx="362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9302" y="790277"/>
            <a:ext cx="2493466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65027" y="850553"/>
            <a:ext cx="2368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业务需求文档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65027" y="1022003"/>
            <a:ext cx="23684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机器人运营数据看板 7 图表+3 指标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36169" y="790277"/>
            <a:ext cx="2493615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21894" y="850553"/>
            <a:ext cx="2368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原型截图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21894" y="1022003"/>
            <a:ext cx="2368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深色科技风 Dashboard ECharts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3185" y="790277"/>
            <a:ext cx="2493615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8910" y="850553"/>
            <a:ext cx="2368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数据字段定义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78910" y="1022003"/>
            <a:ext cx="2368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订单/机器人/站点 时间/状态/金额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904" y="1298079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6534" y="1754981"/>
            <a:ext cx="120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9302" y="1513880"/>
            <a:ext cx="4537472" cy="685502"/>
          </a:xfrm>
          <a:prstGeom prst="roundRect">
            <a:avLst>
              <a:gd name="adj" fmla="val 5558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65027" y="1574155"/>
            <a:ext cx="44533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多模态理解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65027" y="1732806"/>
            <a:ext cx="2187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需求语义提取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65027" y="1935956"/>
            <a:ext cx="2187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解析文档 → 7 图表需求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6138" y="1732806"/>
            <a:ext cx="2187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 UI 解读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6138" y="1935956"/>
            <a:ext cx="2187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 → 色彩/布局/间距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05475" y="1754981"/>
            <a:ext cx="103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95826" y="1513880"/>
            <a:ext cx="2790974" cy="685502"/>
          </a:xfrm>
          <a:prstGeom prst="roundRect">
            <a:avLst>
              <a:gd name="adj" fmla="val 5558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81551" y="1574155"/>
            <a:ext cx="26719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架构规划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81551" y="1732806"/>
            <a:ext cx="2671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 + 分层设计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1551" y="1935956"/>
            <a:ext cx="26719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契约 (8端点) + 目录结构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4904" y="2212032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188" y="2573834"/>
            <a:ext cx="3222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9302" y="2427833"/>
            <a:ext cx="3664148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65027" y="2488109"/>
            <a:ext cx="3562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React 18 + Vite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65027" y="2659559"/>
            <a:ext cx="17553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 7 ECharts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36677" y="2659559"/>
            <a:ext cx="1755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Tailwind SVG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9501" y="2592884"/>
            <a:ext cx="1296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22652" y="2427833"/>
            <a:ext cx="3664148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08377" y="2488109"/>
            <a:ext cx="3562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Spring Boot 3.2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08377" y="2659559"/>
            <a:ext cx="17553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Service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80027" y="2659559"/>
            <a:ext cx="1755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CloudApiClient Mock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4904" y="2935635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4283" y="3297436"/>
            <a:ext cx="2762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9302" y="3151436"/>
            <a:ext cx="1974949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65027" y="3211711"/>
            <a:ext cx="1839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联调验证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65027" y="3383161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端点对接 Mock→Real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105001" y="3297436"/>
            <a:ext cx="103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57401" y="3151436"/>
            <a:ext cx="1974949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43126" y="3211711"/>
            <a:ext cx="1839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代码审查+安全加固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43126" y="3383161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扫描 10 项问题修复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83101" y="3297436"/>
            <a:ext cx="103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35501" y="3151436"/>
            <a:ext cx="1974949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21226" y="3211711"/>
            <a:ext cx="1839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云平台接口文档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21226" y="3383161"/>
            <a:ext cx="1839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cloud_API_doc.md 自动生成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61200" y="3297436"/>
            <a:ext cx="103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13600" y="3151436"/>
            <a:ext cx="1073200" cy="495151"/>
          </a:xfrm>
          <a:prstGeom prst="roundRect">
            <a:avLst>
              <a:gd name="adj" fmla="val 7695"/>
            </a:avLst>
          </a:prstGeom>
          <a:solidFill>
            <a:srgbClr val="0B1F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690308" y="3211711"/>
            <a:ext cx="919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90308" y="3383161"/>
            <a:ext cx="9197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2-3天 10x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4721" y="101501"/>
            <a:ext cx="6439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15040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84040" y="430262"/>
            <a:ext cx="865138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95066" y="465088"/>
            <a:ext cx="655948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412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需求理解与分析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1279327"/>
            <a:ext cx="3664000" cy="8251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解析业务文档语义，提取 7 大图表需求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识别数据维度（站点/时间/用户/订单）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提取字段定义与计算逻辑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规划功能优先级与范围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897088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9875" y="3059013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 UI 解读还原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9875" y="3297138"/>
            <a:ext cx="3664000" cy="8251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识别截图中的深色科技风布局结构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提取颜色规范 (#050f1e) 与间距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 ECharts 图表类型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还原电路板纹理背景效果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8200" y="879277"/>
            <a:ext cx="4067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关键输出物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8200" y="1133177"/>
            <a:ext cx="780752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155353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功能需求清单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0453" y="1133177"/>
            <a:ext cx="707380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6178" y="1155353"/>
            <a:ext cx="546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规范提取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39334" y="1133177"/>
            <a:ext cx="775097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25059" y="1155353"/>
            <a:ext cx="615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契约设计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8200" y="1482179"/>
            <a:ext cx="3987850" cy="3356521"/>
          </a:xfrm>
          <a:prstGeom prst="roundRect">
            <a:avLst>
              <a:gd name="adj" fmla="val 2270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1568" y="159320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— AI Agent 对话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9226" y="1796355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2D2D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5426" y="1834455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B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请分析原型截图中的布局和颜色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9226" y="2113806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5426" y="2151906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88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已识别：深色科技风，7个图表模块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9226" y="2431256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5426" y="2469356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Dashboard 完成：StatCard×3 + 7 ECharts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9226" y="2748707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2D2D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5426" y="2786807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B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流程耗时图需要 L 型连接线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9226" y="3066157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5426" y="3104257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88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已用 SVG+ResizeObserver 重写 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2099" y="101501"/>
            <a:ext cx="6670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26438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 &amp; 工程骨架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1442" y="430262"/>
            <a:ext cx="1169789" cy="323404"/>
          </a:xfrm>
          <a:prstGeom prst="roundRect">
            <a:avLst>
              <a:gd name="adj" fmla="val 11781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12468" y="465088"/>
            <a:ext cx="966692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412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前端工程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1279327"/>
            <a:ext cx="58921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600" y="1301502"/>
            <a:ext cx="4261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47936" y="1279327"/>
            <a:ext cx="44053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33661" y="1301502"/>
            <a:ext cx="274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77318" y="1279327"/>
            <a:ext cx="645616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63043" y="1301502"/>
            <a:ext cx="48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 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11785" y="1279327"/>
            <a:ext cx="807095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7510" y="1301502"/>
            <a:ext cx="648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1577578"/>
            <a:ext cx="3664000" cy="6093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vite.config.js — 构建 + API 代理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 — 完整 Dashboard 页面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— Axios 服务层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2897088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9875" y="3059013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后端工程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9875" y="3297138"/>
            <a:ext cx="92184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5600" y="3319314"/>
            <a:ext cx="765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80567" y="3297138"/>
            <a:ext cx="538609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66292" y="3319314"/>
            <a:ext cx="374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08027" y="3297138"/>
            <a:ext cx="48756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393752" y="3319314"/>
            <a:ext cx="322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875" y="3595390"/>
            <a:ext cx="3664000" cy="6093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Client 三层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MockClient / RealClient 可切换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Result&lt;T&gt; + GlobalExceptionHandler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8200" y="879277"/>
            <a:ext cx="3987850" cy="3959423"/>
          </a:xfrm>
          <a:prstGeom prst="roundRect">
            <a:avLst>
              <a:gd name="adj" fmla="val 1925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1568" y="990302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Terminal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9226" y="1193453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"分析需求，规划系统架构"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9226" y="1396603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 架构方案 ━━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9226" y="159975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前端: React 18 + Vite 5 + ECharts + Tailwind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9226" y="180290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后端: Spring Boot 3.2 + Java 17 + Maven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9226" y="200605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分层: Controller → Service → Client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9226" y="220920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 API 契约（8 端点）━━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9226" y="241235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/dashboard/stats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总览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9226" y="261550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/dashboard/completion-rate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完单率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9226" y="2818656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/dashboard/heatmap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热力图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9226" y="3021806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/dashboard/process-time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耗时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9226" y="3224957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"生成后端骨架+Mock数据"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9226" y="3428107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controller/service/client/common 四层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9226" y="3631257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MockCloudApiClient — 3站×30天仿真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9122" y="101501"/>
            <a:ext cx="670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20739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驱动全栈研发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642741" y="430262"/>
            <a:ext cx="1956792" cy="323404"/>
          </a:xfrm>
          <a:prstGeom prst="roundRect">
            <a:avLst>
              <a:gd name="adj" fmla="val 11781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53767" y="465088"/>
            <a:ext cx="1769435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+ CLAUDE CODE 协作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3959423"/>
          </a:xfrm>
          <a:prstGeom prst="roundRect">
            <a:avLst>
              <a:gd name="adj" fmla="val 1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85404"/>
            <a:ext cx="11660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3655" y="1041202"/>
            <a:ext cx="810220" cy="326529"/>
          </a:xfrm>
          <a:prstGeom prst="roundRect">
            <a:avLst>
              <a:gd name="adj" fmla="val 11668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4680" y="1098352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69875" y="1494681"/>
            <a:ext cx="3664000" cy="844153"/>
          </a:xfrm>
          <a:prstGeom prst="roundRect">
            <a:avLst>
              <a:gd name="adj" fmla="val 6018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0901" y="16057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个图表组件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0901" y="1796207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完单率环形图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15504" y="1796207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结束原因饼图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0107" y="1796207"/>
            <a:ext cx="5123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热力图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7703" y="1796207"/>
            <a:ext cx="7250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流程耗时堆叠条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3807" y="1796207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取消分析饼图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0901" y="2024658"/>
            <a:ext cx="7250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用户频次柱状图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9875" y="2440335"/>
            <a:ext cx="3664000" cy="818852"/>
          </a:xfrm>
          <a:prstGeom prst="roundRect">
            <a:avLst>
              <a:gd name="adj" fmla="val 6204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0901" y="2551361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0901" y="2741861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— Axios + 响应拦截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0901" y="2945011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useState/useEffect 筛选联动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48200" y="879277"/>
            <a:ext cx="3987850" cy="3959423"/>
          </a:xfrm>
          <a:prstGeom prst="roundRect">
            <a:avLst>
              <a:gd name="adj" fmla="val 1925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1085404"/>
            <a:ext cx="967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API 服务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97353" y="1041202"/>
            <a:ext cx="1076771" cy="326529"/>
          </a:xfrm>
          <a:prstGeom prst="roundRect">
            <a:avLst>
              <a:gd name="adj" fmla="val 11668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08379" y="1098352"/>
            <a:ext cx="871814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10125" y="1494681"/>
            <a:ext cx="3664000" cy="1022003"/>
          </a:xfrm>
          <a:prstGeom prst="roundRect">
            <a:avLst>
              <a:gd name="adj" fmla="val 4971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1151" y="16057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 REST 端点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1151" y="17962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/sites · /stats · /completion-rate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1151" y="199935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/heatmap · /process-time · /end-reasons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21151" y="22025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/cancel-analysis · /user-frequency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10125" y="2618184"/>
            <a:ext cx="3664000" cy="914102"/>
          </a:xfrm>
          <a:prstGeom prst="roundRect">
            <a:avLst>
              <a:gd name="adj" fmla="val 5557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21151" y="2729210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CloudApiClient 抽象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21151" y="2919710"/>
            <a:ext cx="1695599" cy="501551"/>
          </a:xfrm>
          <a:prstGeom prst="roundRect">
            <a:avLst>
              <a:gd name="adj" fmla="val 7596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68776" y="2967335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MockClient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68776" y="3170486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高斯仿真数据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67500" y="2919710"/>
            <a:ext cx="1695599" cy="501551"/>
          </a:xfrm>
          <a:prstGeom prst="roundRect">
            <a:avLst>
              <a:gd name="adj" fmla="val 7596"/>
            </a:avLst>
          </a:prstGeom>
          <a:solidFill>
            <a:srgbClr val="3B82F6">
              <a:alpha val="6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15125" y="2967335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RealClient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15125" y="3170486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RestTemplate HTTP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10125" y="3583037"/>
            <a:ext cx="3664000" cy="323701"/>
          </a:xfrm>
          <a:prstGeom prst="roundRect">
            <a:avLst>
              <a:gd name="adj" fmla="val 15693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95850" y="3643313"/>
            <a:ext cx="500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Result&lt;T&gt;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7584" y="3643313"/>
            <a:ext cx="16492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统一响应 + GlobalExceptionHandler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0503" y="101501"/>
            <a:ext cx="57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接口联调 &amp; 云平台文档输出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3987850" cy="3908524"/>
          </a:xfrm>
          <a:prstGeom prst="roundRect">
            <a:avLst>
              <a:gd name="adj" fmla="val 1950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92101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前后端联调 · 8 个端点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9875" y="1380976"/>
            <a:ext cx="3664000" cy="323701"/>
          </a:xfrm>
          <a:prstGeom prst="roundRect">
            <a:avLst>
              <a:gd name="adj" fmla="val 11770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5600" y="1428601"/>
            <a:ext cx="310307" cy="228451"/>
          </a:xfrm>
          <a:prstGeom prst="roundRect">
            <a:avLst>
              <a:gd name="adj" fmla="val 111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6351" y="1441252"/>
            <a:ext cx="212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6657" y="1441252"/>
            <a:ext cx="12431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/api/dashboard/sites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1998" y="1441252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站点列表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9875" y="1742777"/>
            <a:ext cx="3664000" cy="323701"/>
          </a:xfrm>
          <a:prstGeom prst="roundRect">
            <a:avLst>
              <a:gd name="adj" fmla="val 11770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5600" y="1790402"/>
            <a:ext cx="310307" cy="228451"/>
          </a:xfrm>
          <a:prstGeom prst="roundRect">
            <a:avLst>
              <a:gd name="adj" fmla="val 111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6351" y="1803053"/>
            <a:ext cx="212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6657" y="1803053"/>
            <a:ext cx="12431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/api/dashboard/stats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1998" y="1803053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总览指标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2104579"/>
            <a:ext cx="3664000" cy="323701"/>
          </a:xfrm>
          <a:prstGeom prst="roundRect">
            <a:avLst>
              <a:gd name="adj" fmla="val 11770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5600" y="2152204"/>
            <a:ext cx="310307" cy="228451"/>
          </a:xfrm>
          <a:prstGeom prst="roundRect">
            <a:avLst>
              <a:gd name="adj" fmla="val 111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6351" y="2164854"/>
            <a:ext cx="212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6657" y="2164854"/>
            <a:ext cx="18646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/api/dashboard/completion-rate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43499" y="2164854"/>
            <a:ext cx="310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完单率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3235" y="2466380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+ heatmap, process-time, end-reasons, cancel-analysis, user-frequency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875" y="4353074"/>
            <a:ext cx="3664000" cy="323701"/>
          </a:xfrm>
          <a:prstGeom prst="roundRect">
            <a:avLst>
              <a:gd name="adj" fmla="val 15693"/>
            </a:avLst>
          </a:prstGeom>
          <a:solidFill>
            <a:srgbClr val="00D4FF">
              <a:alpha val="4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5600" y="4413349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统一规范: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?siteId=S001&amp;days=7 → Result&lt;T&gt;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8200" y="930176"/>
            <a:ext cx="3987850" cy="3908524"/>
          </a:xfrm>
          <a:prstGeom prst="roundRect">
            <a:avLst>
              <a:gd name="adj" fmla="val 1950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1092101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云平台接口文档 · AI 自动生成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0125" y="1380976"/>
            <a:ext cx="3664000" cy="1002953"/>
          </a:xfrm>
          <a:prstGeom prst="roundRect">
            <a:avLst>
              <a:gd name="adj" fmla="val 5065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1151" y="1492002"/>
            <a:ext cx="3510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cloud_API_doc.md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1151" y="1663452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 — 订单流水 (OrderRecord)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1151" y="1866602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/api/robots — 机器人状态 (RobotRecord)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21151" y="2069753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/api/sites — 站点列表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10125" y="2434679"/>
            <a:ext cx="3664000" cy="1022003"/>
          </a:xfrm>
          <a:prstGeom prst="roundRect">
            <a:avLst>
              <a:gd name="adj" fmla="val 4971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21151" y="2545705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元数据模型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21151" y="2736205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OrderRecord: orderId, siteId, daysAgo,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21151" y="2939355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endReason, actualKwh, userId, xxxMinutes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21151" y="3142506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RobotRecord: vin, siteId, active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10125" y="4353074"/>
            <a:ext cx="3664000" cy="323701"/>
          </a:xfrm>
          <a:prstGeom prst="roundRect">
            <a:avLst>
              <a:gd name="adj" fmla="val 15693"/>
            </a:avLst>
          </a:prstGeom>
          <a:solidFill>
            <a:srgbClr val="F97316">
              <a:alpha val="4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5850" y="4413349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交付给云平台团队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传统开发实现 3 个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3289" y="101501"/>
            <a:ext cx="665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30080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代码审查 &amp; 安全加固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8480" y="430262"/>
            <a:ext cx="865138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69506" y="465088"/>
            <a:ext cx="655948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285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全量代码扫描，发现 </a:t>
            </a:r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项问题</a:t>
            </a:r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（6 P1 高优 + 4 P2 中优），全部自动修复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139577"/>
            <a:ext cx="3987850" cy="3699123"/>
          </a:xfrm>
          <a:prstGeom prst="roundRect">
            <a:avLst>
              <a:gd name="adj" fmla="val 2060"/>
            </a:avLst>
          </a:prstGeom>
          <a:solidFill>
            <a:srgbClr val="0B1F38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9875" y="13015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高优修复（6 项）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9875" y="1590377"/>
            <a:ext cx="3664000" cy="12948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GlobalExceptionHandler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阻止异常信息泄露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getHeatmap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数组越界防护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getUserFrequency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null userId 过滤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getEndReasons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null endReason 过滤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RestTemplate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超时配置 5s/30s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DashboardController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days 参数校验 1~365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8200" y="1139577"/>
            <a:ext cx="3987850" cy="3699123"/>
          </a:xfrm>
          <a:prstGeom prst="roundRect">
            <a:avLst>
              <a:gd name="adj" fmla="val 2060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0125" y="13015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中优修复（4 项）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0125" y="1590377"/>
            <a:ext cx="3664000" cy="8632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异常处理器顺序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IllegalArgument 优先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CloudApiClient.unwrap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null data 处理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末尾斜杠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trim 防止双斜杠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配置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改为配置文件读取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0125" y="4283125"/>
            <a:ext cx="3664000" cy="393650"/>
          </a:xfrm>
          <a:prstGeom prst="roundRect">
            <a:avLst>
              <a:gd name="adj" fmla="val 12905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0925" y="4368850"/>
            <a:ext cx="35624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所有修复已验证通过，零回归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9122" y="101501"/>
            <a:ext cx="670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vs 传统开发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65139" y="930176"/>
            <a:ext cx="5013722" cy="3456236"/>
          </a:xfrm>
          <a:prstGeom prst="roundRect">
            <a:avLst>
              <a:gd name="adj" fmla="val 220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27064" y="1476226"/>
            <a:ext cx="4689872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7064" y="1168301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70064" y="1168301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传统开发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0" y="1168301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27064" y="2010966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7064" y="1549152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70064" y="1549152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人工阅读文档，多轮会议 — 1~2天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0" y="1549152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多模态理解，秒级提取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27064" y="2540943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7064" y="2079129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还原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70064" y="2079129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设计师切图 → 前端还原 — 3~5天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0" y="2079129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截图直接生成 React 代码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27064" y="3070920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7064" y="2609106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0064" y="2609106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手写 Controller/Service/DTO — 3~5天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43500" y="2609106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生成完整三层架构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27064" y="3429446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7064" y="3139083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0064" y="3139083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手动编写 API 文档 — 1~2天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43500" y="3139083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从 DTO 自动生成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27064" y="3787973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7064" y="349761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0064" y="3497610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 Code Review — 1~2天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43500" y="3497610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全量扫描+自动修复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27064" y="3868936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0064" y="3868936"/>
            <a:ext cx="180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2~4 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43500" y="3868936"/>
            <a:ext cx="180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 天 → 10x 提效 🚀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1461" y="101501"/>
            <a:ext cx="570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717037" y="1148060"/>
            <a:ext cx="17097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核心成果数据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75842" y="1722686"/>
            <a:ext cx="916484" cy="1301502"/>
          </a:xfrm>
          <a:prstGeom prst="roundRect">
            <a:avLst>
              <a:gd name="adj" fmla="val 8314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1841" y="1884611"/>
            <a:ext cx="604486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31841" y="2468612"/>
            <a:ext cx="604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图表模块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4726" y="1722686"/>
            <a:ext cx="916632" cy="1301502"/>
          </a:xfrm>
          <a:prstGeom prst="roundRect">
            <a:avLst>
              <a:gd name="adj" fmla="val 8313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00723" y="1884611"/>
            <a:ext cx="60463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3B82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723" y="2468612"/>
            <a:ext cx="604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接口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3758" y="1722686"/>
            <a:ext cx="916484" cy="1301502"/>
          </a:xfrm>
          <a:prstGeom prst="roundRect">
            <a:avLst>
              <a:gd name="adj" fmla="val 8314"/>
            </a:avLst>
          </a:prstGeom>
          <a:solidFill>
            <a:srgbClr val="0B1F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69757" y="1884611"/>
            <a:ext cx="604486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10B98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69757" y="2468612"/>
            <a:ext cx="604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云平台对接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82642" y="1722686"/>
            <a:ext cx="916632" cy="1301502"/>
          </a:xfrm>
          <a:prstGeom prst="roundRect">
            <a:avLst>
              <a:gd name="adj" fmla="val 8313"/>
            </a:avLst>
          </a:prstGeom>
          <a:solidFill>
            <a:srgbClr val="0B1F38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8639" y="1884611"/>
            <a:ext cx="60463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38639" y="2468612"/>
            <a:ext cx="604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安全缺陷修复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51674" y="1722686"/>
            <a:ext cx="916484" cy="1301502"/>
          </a:xfrm>
          <a:prstGeom prst="roundRect">
            <a:avLst>
              <a:gd name="adj" fmla="val 8314"/>
            </a:avLst>
          </a:prstGeom>
          <a:solidFill>
            <a:srgbClr val="0B1F38"/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7673" y="1884611"/>
            <a:ext cx="604486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7673" y="2468612"/>
            <a:ext cx="6044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研发效率提升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278088"/>
            <a:ext cx="3987850" cy="818852"/>
          </a:xfrm>
          <a:prstGeom prst="roundRect">
            <a:avLst>
              <a:gd name="adj" fmla="val 6204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8976" y="33891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前端交付物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8976" y="35796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 · 7 个 ECharts 图表 · ProcessTimeChart 自定义 SVG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8976" y="378276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服务层 · circuit-bg.svg 电路板背景 · Tailwind 响应式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8200" y="3278088"/>
            <a:ext cx="3987850" cy="818852"/>
          </a:xfrm>
          <a:prstGeom prst="roundRect">
            <a:avLst>
              <a:gd name="adj" fmla="val 6204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9226" y="33891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后端交付物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9226" y="35796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DashboardController/Service · CloudApiClient 抽象层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9226" y="378276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MockClient 仿真 · Result&lt;T&gt; · GlobalExceptionHandler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13100" y="1005780"/>
            <a:ext cx="1917799" cy="412254"/>
          </a:xfrm>
          <a:prstGeom prst="roundRect">
            <a:avLst>
              <a:gd name="adj" fmla="val 9242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07169" y="1040606"/>
            <a:ext cx="1729663" cy="291852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ctr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贯穿全程的 AI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3425" y="1595735"/>
            <a:ext cx="279700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00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不仅能写代码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03813" y="2294186"/>
            <a:ext cx="8384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多模态理解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03813" y="249421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读截图 · 读文档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03813" y="269736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 UI 布局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17837" y="2900511"/>
            <a:ext cx="810220" cy="354955"/>
          </a:xfrm>
          <a:prstGeom prst="roundRect">
            <a:avLst>
              <a:gd name="adj" fmla="val 10734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2981" y="2986088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78189" y="2294186"/>
            <a:ext cx="83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全栈生成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8189" y="249421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前端+后端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8189" y="269736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一步到位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5948" y="2900511"/>
            <a:ext cx="602903" cy="354955"/>
          </a:xfrm>
          <a:prstGeom prst="roundRect">
            <a:avLst>
              <a:gd name="adj" fmla="val 10734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03165" y="2986088"/>
            <a:ext cx="388468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52717" y="2294186"/>
            <a:ext cx="8384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元数据驱动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52717" y="249421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字段契约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52717" y="269736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接口文档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60937" y="2900511"/>
            <a:ext cx="821978" cy="488156"/>
          </a:xfrm>
          <a:prstGeom prst="roundRect">
            <a:avLst>
              <a:gd name="adj" fmla="val 7805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65963" y="2986088"/>
            <a:ext cx="611925" cy="317004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27093" y="2294186"/>
            <a:ext cx="83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截图调试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7093" y="249421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精准修复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7093" y="269736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分钟级迭代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1268" y="2900511"/>
            <a:ext cx="810220" cy="354955"/>
          </a:xfrm>
          <a:prstGeom prst="roundRect">
            <a:avLst>
              <a:gd name="adj" fmla="val 10734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46412" y="2986088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01620" y="2294186"/>
            <a:ext cx="83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01620" y="249421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漏洞检测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1620" y="269736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自动修复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15794" y="2900511"/>
            <a:ext cx="810220" cy="354955"/>
          </a:xfrm>
          <a:prstGeom prst="roundRect">
            <a:avLst>
              <a:gd name="adj" fmla="val 10734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0938" y="2986088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04083" y="3642568"/>
            <a:ext cx="353583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更能理解需求、设计架构、生成文档、审查安全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82694" y="3940820"/>
            <a:ext cx="117861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驱动全链路研发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研发提效总结</dc:title>
  <dc:subject>PptxGenJS Presentation</dc:subject>
  <dc:creator>AI Coding Team</dc:creator>
  <cp:lastModifiedBy>AI Coding Team</cp:lastModifiedBy>
  <cp:revision>1</cp:revision>
  <dcterms:created xsi:type="dcterms:W3CDTF">2026-03-11T15:18:42Z</dcterms:created>
  <dcterms:modified xsi:type="dcterms:W3CDTF">2026-03-11T15:18:42Z</dcterms:modified>
</cp:coreProperties>
</file>